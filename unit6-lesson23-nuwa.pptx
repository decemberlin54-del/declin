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468250"/>
                </a:solidFill>
                <a:latin typeface="Microsoft YaHei"/>
              </a:rPr>
              <a:t>女娲造人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28462D"/>
                </a:solidFill>
                <a:latin typeface="Microsoft YaHei"/>
              </a:rPr>
              <a:t>第23课 · 第六、七课时 · 创造与生命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A0C896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文学常识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袁珂（现代作家，神话研究专家）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文体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神话——用想象解释自然与人类起源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改写特点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在古籍记载基础上增删改写，赋予现代意识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对比材料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教材「阅读提示」中的《风俗通》记载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情节笔记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造人过程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起因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女娲行走世间，感到孤独寂寞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方法一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黄泥和水，揉成小泥人，泥人落地即活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方法二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藤条蘸泥浆挥洒，溅落的泥点也变成人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建立婚姻制度，让人类繁衍生息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写法笔记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想象特点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具体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池水照影见自己面容→想到造同类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生动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「藤条一挥，满天泥浆洒落」画面感强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温暖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造人后的疲倦、喜悦，赋予神以人的情感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规律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想象基于生活经验（和泥、洒水），又超越现实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8250"/>
                </a:solidFill>
                <a:latin typeface="Microsoft YaHei"/>
              </a:rPr>
              <a:t>比较阅读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7373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《风俗通》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27632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记载简洁，重在说明造人方法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课文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增加孤独心理、造人细节、情感描写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改写意图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让神话更生动，表达对生命与创造的礼赞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策展主题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462D"/>
                </a:solidFill>
                <a:latin typeface="Microsoft YaHei"/>
              </a:rPr>
              <a:t>生命来之不易，创造值得珍视（创造与生命）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课堂活动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学习任务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给女娲行动排序，比较两种造人方法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完成「古籍与课文」比较表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以「我看见女娲……」写100字画面描述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回顾收获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课堂小结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神话想象：基于古籍，超越古籍，有温度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女娲：神性与人性并存——孤独、疲倦、喜悦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462D"/>
                </a:solidFill>
                <a:latin typeface="Microsoft YaHei"/>
              </a:rPr>
              <a:t>策展主题三：创造与生命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u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5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nuwa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nuwa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8462D"/>
                </a:solidFill>
                <a:latin typeface="Microsoft YaHei"/>
              </a:rPr>
              <a:t>课后延伸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8250"/>
                </a:solidFill>
                <a:latin typeface="Microsoft YaHei"/>
              </a:rPr>
              <a:t>课后作业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8FCF5"/>
          </a:solidFill>
          <a:ln w="19050">
            <a:solidFill>
              <a:srgbClr val="A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必做：以「我看见女娲……」写100字画面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8462D"/>
                </a:solidFill>
                <a:latin typeface="Microsoft YaHei"/>
              </a:rPr>
              <a:t>选做：查找一个中国创世神话，与本文比较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