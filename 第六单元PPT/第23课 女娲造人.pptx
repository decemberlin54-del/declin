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468250"/>
                </a:solidFill>
                <a:latin typeface="Microsoft YaHei"/>
              </a:rPr>
              <a:t>女娲造人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28462D"/>
                </a:solidFill>
                <a:latin typeface="Microsoft YaHei"/>
              </a:rPr>
              <a:t>第23课 · 第六、七课时 · 创造与生命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本课目标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概括女娲造人过程，梳理文章写作思路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比较古籍与课文，体会作者的想象与创造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感悟神话中蕴含的对生命与创造的礼赞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468250"/>
                </a:solidFill>
                <a:latin typeface="Microsoft YaHei"/>
              </a:rPr>
              <a:t>为什么古人要想象一位女神来创造人类？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468250"/>
                </a:solidFill>
                <a:latin typeface="Microsoft YaHei"/>
              </a:rPr>
              <a:t>这是对「人从哪里来、为何需要同伴」的诗意追问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追踪创造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学习任务一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给女娲行动排序：孤独→揉泥→挥洒→繁衍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比较两种造人方法的不同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复述：从孤独到热闹的过程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比较阅读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学习任务二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阅读《风俗通》记载，完成「古籍与课文」比较表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细读池水照影、黄泥捏人、藤条挥洒等画面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说说想象如何具体、生动、温暖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主题探究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学习任务三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讨论：神话用想象解释人的来处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女娲既有神性，也有人的孤独、疲倦和喜悦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策展主题三：生命来之不易，创造值得礼赞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神话改写基于古籍又超越古籍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赋予创世故事现代意识与生命温度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策展主题：创造与生命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645920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必做：以「我看见女娲……」开头，写100字画面描述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选做：查找一个中国创世神话，与本文比较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