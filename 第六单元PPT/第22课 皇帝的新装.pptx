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784696"/>
                </a:solidFill>
                <a:latin typeface="Microsoft YaHei"/>
              </a:rPr>
              <a:t>皇帝的新装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3C2850"/>
                </a:solidFill>
                <a:latin typeface="Microsoft YaHei"/>
              </a:rPr>
              <a:t>第22课 · 第四、五课时 · 真实与虚假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本课目标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梳理童话情节，用简洁语言复述故事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赏析夸张、反讽等手法，理解讽刺艺术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探究「真话为何难以说出口」，树立独立判断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784696"/>
                </a:solidFill>
                <a:latin typeface="Microsoft YaHei"/>
              </a:rPr>
              <a:t>爱新衣的皇帝、织空布的骗子
不敢说真话的大人、说真话的孩子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784696"/>
                </a:solidFill>
                <a:latin typeface="Microsoft YaHei"/>
              </a:rPr>
              <a:t>闹剧背后，藏着怎样的真相？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画流程图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学习任务一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快速阅读，每读完一段记下「谁做了什么」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用箭头串联骗局全过程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骗子谎言 → 大臣附和 → 游行 → 孩子说真话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拆心理机关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学习任务二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勾画老大臣、官员、皇帝的心理和语言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品味夸张语句的讽刺效果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完成人物分析卡（证据—特点—作用）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784696"/>
                </a:solidFill>
                <a:latin typeface="Microsoft YaHei"/>
              </a:rPr>
              <a:t>人们都不敢说自己看不见，这是为什么？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784696"/>
                </a:solidFill>
                <a:latin typeface="Microsoft YaHei"/>
              </a:rPr>
              <a:t>思考：他们共同害怕失去什么？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学会判断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学习任务三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完成课后「思考·探究·积累」三道思考题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联系生活：你有没有「随大流」的经历？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策展主题二：面对虚假，要敢于说真话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夸张、重复、反差制造笑声，指向盲从与虚伪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孩子的天真，是不被虚假规则束缚的诚实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策展主题：真实与虚假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mpe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82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emperor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emperor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3C2850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784696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C8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645920"/>
          </a:xfrm>
          <a:prstGeom prst="roundRect">
            <a:avLst/>
          </a:prstGeom>
          <a:solidFill>
            <a:srgbClr val="FCF8FF"/>
          </a:solidFill>
          <a:ln w="19050">
            <a:solidFill>
              <a:srgbClr val="C8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必做：用150字概括《皇帝的新装》的故事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784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C2850"/>
                </a:solidFill>
                <a:latin typeface="Microsoft YaHei"/>
              </a:rPr>
              <a:t>情境：班级群流传「震惊」消息，你会怎么做？（50字）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