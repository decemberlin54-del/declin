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DC5028"/>
                </a:solidFill>
                <a:latin typeface="Microsoft YaHei"/>
              </a:rPr>
              <a:t>小圣施威降大圣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502814"/>
                </a:solidFill>
                <a:latin typeface="Microsoft YaHei"/>
              </a:rPr>
              <a:t>第21课 · 第二、三课时 · 自由与规则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FFB464"/>
                </a:solidFill>
                <a:latin typeface="Microsoft YaHei"/>
              </a:rPr>
              <a:t>含课堂笔记 · 2026版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知识要点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DC5028"/>
                </a:solidFill>
                <a:latin typeface="Microsoft YaHei"/>
              </a:rPr>
              <a:t>文学常识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作者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吴承恩，明代小说家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出处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章回体长篇小说《西游记》节选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文体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神魔小说——以神魔斗法写人情世故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本文情节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孙悟空大闹天宫后，二郎神奉旨捉拿，二人变化斗法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情节笔记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DC5028"/>
                </a:solidFill>
                <a:latin typeface="Microsoft YaHei"/>
              </a:rPr>
              <a:t>变化链梳理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第1轮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悟空变鸟→二郎变鹰；悟空变鱼→二郎变鱼鹰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第2轮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悟空变水蛇→二郎变灰鹤；悟空变花鸨→二郎现原身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第3轮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悟空变庙宇，尾巴变旗竿→二郎识破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规律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孙悟空先变，二郎神随即以相克之物相对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人物笔记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DC5028"/>
                </a:solidFill>
                <a:latin typeface="Microsoft YaHei"/>
              </a:rPr>
              <a:t>人物赏析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孙悟空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机敏善变、好胜不屈，追求自由（证据：连续变化、不肯认输）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二郎神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沉着冷静、法力高强，维护天庭秩序（证据：紧追不舍、识破破绽）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分析方法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证据—特点—作用：找细节→概括性格→联系主题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变旗竿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紧张又好笑——神通广大也有露馅之时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主题笔记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DC5028"/>
                </a:solidFill>
                <a:latin typeface="Microsoft YaHei"/>
              </a:rPr>
              <a:t>名家点评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鲁迅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「使神魔皆有人情，精魅亦通世故」——神魔也有人的情感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林庚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不宜看得过于认真，应看到儿童的心理与行为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艺术特色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想象基于「相克」逻辑，变化链环环相扣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策展主题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02814"/>
                </a:solidFill>
                <a:latin typeface="Microsoft YaHei"/>
              </a:rPr>
              <a:t>自由可贵，但不可无视规则（自由与规则）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课堂活动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学习任务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填写七十二变对照表，标出相克关系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完成人物档案卡（证据—特点—作用）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用「孙悟空先……，二郎神便……」复述最精彩一轮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100584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102412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想一想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DC5028"/>
                </a:solidFill>
                <a:latin typeface="Microsoft YaHei"/>
              </a:rPr>
              <a:t>追求自由与遵守规则矛盾吗？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38912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DC5028"/>
                </a:solidFill>
                <a:latin typeface="Microsoft YaHei"/>
              </a:rPr>
              <a:t>结合课文和生活各举一例说明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回顾收获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课堂小结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837944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神魔小说：想象在「相克」中见趣味，在斗法中见人情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04288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32257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286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变化链是因果回应，不是随意编造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779776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79806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7614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策展主题一：自由与规则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课后延伸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课后作业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545336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必做：写80字「赛事快讯」（至少三次变化）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积累：《西游记》作者吴承恩，成书明代；再写一个孙悟空经典情节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