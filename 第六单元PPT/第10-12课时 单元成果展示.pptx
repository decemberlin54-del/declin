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E65096"/>
                </a:solidFill>
                <a:latin typeface="Microsoft YaHei"/>
              </a:rPr>
              <a:t>想象力博物馆开幕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46325A"/>
                </a:solidFill>
                <a:latin typeface="Microsoft YaHei"/>
              </a:rPr>
              <a:t>第十—十二课时 · 综合·写作·展示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综合研读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第十课时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比较四类文本想象的依据、表现方式和现实意味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完成一张有文本依据的「想象说明卡」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同伴审稿：事实准确？神奇具体？照见了什么？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比较阅读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想象的四种面貌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83464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神魔小说：变化斗法，人情世故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童话：夸张反讽，照见人性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神话：创世温情，生命礼赞</a:t>
            </a:r>
          </a:p>
        </p:txBody>
      </p:sp>
      <p:sp>
        <p:nvSpPr>
          <p:cNvPr id="20" name="Oval 19"/>
          <p:cNvSpPr/>
          <p:nvPr/>
        </p:nvSpPr>
        <p:spPr>
          <a:xfrm>
            <a:off x="2255824" y="3529584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55824" y="354787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58744" y="351129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寓言：简短警醒，寓意深远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写作训练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第十一课时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朗读《天上的街市》，辨析联想与想象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三项要求：有依据、合逻辑、有新意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完成创作提纲，独立写作不少于300字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E65096"/>
                </a:solidFill>
                <a:latin typeface="Microsoft YaHei"/>
              </a:rPr>
              <a:t>联想是搭桥，想象是飞翔
你的作品从哪里起飞？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E65096"/>
                </a:solidFill>
                <a:latin typeface="Microsoft YaHei"/>
              </a:rPr>
              <a:t>续写童话 / 改写寓言 / 十年后的我 / 课本剧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成果展示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第十二课时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布展：说明卡 + 创作作品，附一句「请看我如何从文本出发」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讲解：30秒依据 + 60秒亮点 + 30秒思考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参观者投「发现卡」并写理由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单元总结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回望母题链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自由 → 真实 → 创造 → 智慧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成长就是在四者间不断寻找平衡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填写自评表，整理学习档案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64592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想象既是阅读能力，也是表达能力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尊重文本和生活的逻辑，看见习以为常之外的世界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单元作业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阅读：完善策展卡，600字想象主题作文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或：5分钟以内课本剧脚本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要求：有依据、合逻辑、有新意，体现策展主题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