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风吹进新旧交替的江流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《次北固山下》——对偶与理趣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在江河行舟的风浪与新旧时光交替中，体悟自然规律与游子思乡。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律诗结构识别 · 颔联颈联对偶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关键动词/形容词炼字 · 自然理趣与情感表达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build="p"/>
      <p:bldP spid="4" build="p"/>
      <p:bldP spid="5" build="p"/>
      <p:bldP spid="6" build="p"/>
      <p:bldP spid="7" build="p"/>
      <p:bldP spid="8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吹起江流的阵风（行舟视角与空间构图）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律诗结构：识别首联、颔联，掌握五言律诗押韵规则。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对偶修辞：颔联词性相对（名词对名词，形容词对形容词）。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炼字：“阔”——潮水涨平、江面开阔的壮阔视界。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炼字：“悬”——风正顺风、帆高高悬挂的静态张力。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细读：潮平/两岸/阔，风正/一帆/悬——梳理“客路”与“青山绿水”的空间关系。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吹开新旧的风（自然理趣与时光交替）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名句：海日生残夜，江春入旧年。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拟人与炼字：“生”“入”赋予自然以主观意图与生命力。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自然理趣：旧事物中孕育新事物，新旧交替不可阻挡。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对偶：颈联工整——“残夜↔海日”“旧年↔江春”对照。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“生”：海日破空而出的动态；“入”：江南春意闯入旧年的势头。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吹向远方的江流（意象传递与思乡主旨）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尾联：乡书何处达？归雁洛阳边。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设问修辞 + 借物传书：一问一答，直抒胸臆。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意象“归雁”：北方来雁、春归北飞，象征思乡与信息传递。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收束全诗：由江行写景 → 理趣升华 → 点明思乡主旨。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联想：风送江流、雁向北飞，触发“风送家书”的游子之思。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结构题：分联标名 + 押韵字 + 对仗位置（颔联、颈联）。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炼字题：字义 → 所写之景 → 所见之情/理。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哲理题：抓“生/入”等动词，写“旧→新”的不可阻规律。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尾联题：设问/意象 + 思乡主旨 + 与前文景物照应。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朗读提示：重读“阔”“悬”“生”“入”，体会由壮景到理趣再到乡愁。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月亮替我去看你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《闻王昌龄左迁龙标遥有此寄》——起兴与寄情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跨越千山万水的阻隔，将无形情感托付给月光，表达对友人遭贬的深切牵挂。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七言绝句结构 · 起兴手法 · 典型意象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拟人修辞 · 借景抒情与托物寄情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build="p"/>
      <p:bldP spid="4" build="p"/>
      <p:bldP spid="5" build="p"/>
      <p:bldP spid="6" build="p"/>
      <p:bldP spid="7" build="p"/>
      <p:bldP spid="8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遥寄牵挂的序曲（暮春意象与贬谪背景）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体裁：七言绝句（四句二十八字，押平声韵）。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起兴：触景生情，先景后情，烘托气氛。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杨花：漂泊无定、离散流离；子规：啼声“不如归去”，渲染悲凉。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词语：左迁 = 古代贬官的委婉说法。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诵读：杨花落尽子规啼——“落尽”写暮春衰败，“啼”写声响凄清。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月亮替我去看你（拟人修辞与化虚为实）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名句：我寄愁心与明月。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拟人：明月具人的知觉与情感，可承接“愁心”。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借景抒情 / 托物寄情：抽象“愁心”化为可“寄”的实体。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炼字“寄”：主动交付，打破空间阻隔。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为何选明月？高悬天空、万里共照——与友人虽远犹同在一轮月下。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万里同辉的告白（空间跨越与主旨收束）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结句：随风直到夜郎西。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空间跨越：从诗人所在地延伸至夜郎西（龙标一带）。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“随”“直”：坚定、执着，月光一路陪伴友人。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主旨：对友人遭贬的同情、关切与深厚友谊。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艺术：不直接劝慰，而让月光“送”到贬所——情感更绵长含蓄。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起兴题：写了什么景 → 营造什么氛围 → 为何情做铺垫。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意象题：杨花/子规/明月各答文化内涵 + 与情感的关系。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拟人题：指出赋予人的特征 + 表达效果。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炼字“寄”：交付、传递 + 化虚为实 + 突破空间。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主旨题：贬谪背景 + 牵挂友情 + 浪漫寄托方式。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第三课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夕阳照不亮归途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《天净沙·秋思》——白描与反衬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夕阳西下的羁旅途中，九个物象组合与对比，呈现游子无家可归的孤独与思乡之痛。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元曲小令体裁 · 纯名词白描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乐景衬哀（反衬）· 羁旅思乡主旨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build="p"/>
      <p:bldP spid="4" build="p"/>
      <p:bldP spid="5" build="p"/>
      <p:bldP spid="6" build="p"/>
      <p:bldP spid="7" build="p"/>
      <p:bldP spid="8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九景并置的剪影（物象堆叠与白描画面）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体裁：元曲小令（曲牌《天净沙》，题目《秋思》）。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手法：纯名词并置、白描——不用动词串联，直接组画。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九名词：枯藤、老树、昏鸦、小桥、流水、人家、古道、西风、瘦马。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前三句：枯藤老树昏鸦——衰败、苍凉的秋日气氛。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白描质感：名词排列即画面，读者自行补全动态与情感。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别人家与路上一人（乐景反衬与氛围对比）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对比组：小桥流水人家 ↔ 古道西风瘦马。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反衬（以乐景衬哀景）：人家温馨安宁，反衬游子漂泊无依。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炼字“瘦”：路途遥远、羁旅艰辛、游子憔悴形态。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冷暖调性：暖（人家）与冷（古道西风）并置，强化孤独。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为何嵌入“人家”？以他人安居反衬自己无家可归。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夕阳照不亮的归途（时间节点与主旨点睛）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结句：夕阳西下，断肠人在天涯。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“夕阳”：日暮思归的特定心理时刻（该归而不能归）。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直抒胸臆：“断肠人”点明极度思乡、悲伤至极的漂泊者。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由景入情：夕阳余晖照古道，却照不亮游子的归家之路。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主旨：羁旅思乡——天涯孤旅，有家难归。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体裁题：小令、曲牌与题目、句数特点。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白描题：名词罗列 + 组画方式 + 氛围效果。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意象题：九个意象分类（衰败/旅途/温馨/羁旅）+ 整体基调。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反衬题：乐景（人家）写哀情（游子）+ 对比强化孤独。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主旨题：“断肠人在天涯”——羁旅 + 思乡 + 无家可归之痛。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build="p"/>
      <p:bldP spid="4" build="p"/>
      <p:bldP spid="5" build="p"/>
      <p:bldP spid="6" build="p"/>
      <p:bldP spid="7" build="p"/>
      <p:bldP spid="8" build="p"/>
      <p:bldP spid="9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