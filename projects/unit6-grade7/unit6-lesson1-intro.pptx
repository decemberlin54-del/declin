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4678B4"/>
                </a:solidFill>
                <a:latin typeface="Microsoft YaHei"/>
              </a:rPr>
              <a:t>想象力博物馆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323C50"/>
                </a:solidFill>
                <a:latin typeface="Microsoft YaHei"/>
              </a:rPr>
              <a:t>七年级上册 · 第六单元 · 第一课时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课时目标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本课目标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感知单元学习目标、文体类型与挑战任务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快速默读，用关键词和情节节点概括故事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每分钟阅读不少于400字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单元挑战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大任务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校园文学社举办「想象力博物馆」微展览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小组担任策展人，制作「想象说明卡」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完成原创想象文字或一幕微型课本剧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想象与真实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母题递进链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834640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自由与规则：《小圣施威降大圣》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真实与虚假：《皇帝的新装》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创造与生命：《女娲造人》</a:t>
            </a:r>
          </a:p>
        </p:txBody>
      </p:sp>
      <p:sp>
        <p:nvSpPr>
          <p:cNvPr id="20" name="Oval 19"/>
          <p:cNvSpPr/>
          <p:nvPr/>
        </p:nvSpPr>
        <p:spPr>
          <a:xfrm>
            <a:off x="2255824" y="3529584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5824" y="35478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8744" y="3511296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智慧与局限：《寓言四则》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100584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102412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想一想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4678B4"/>
                </a:solidFill>
                <a:latin typeface="Microsoft YaHei"/>
              </a:rPr>
              <a:t>如果伞能说话、星星掉进教室……
这些离奇念头从哪来？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38912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6634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4678B4"/>
                </a:solidFill>
                <a:latin typeface="Microsoft YaHei"/>
              </a:rPr>
              <a:t>提示：从真实经验出发，联想与想象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明确任务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学习任务一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阅读学历案，圈画挑战任务与学习目标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同伴交流：说说你的策展想法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填写：本单元有哪些文体？阅读方法是什么？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快速阅读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学习任务二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834640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快速默读（不出声、不指读）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段末停顿，用5—8字记录段意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归纳复述三要素：人物、事件、结果</a:t>
            </a:r>
          </a:p>
        </p:txBody>
      </p:sp>
      <p:sp>
        <p:nvSpPr>
          <p:cNvPr id="20" name="Oval 19"/>
          <p:cNvSpPr/>
          <p:nvPr/>
        </p:nvSpPr>
        <p:spPr>
          <a:xfrm>
            <a:off x="2255824" y="3529584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5824" y="35478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8744" y="3511296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同桌互评：是否说清人物、事件、结果？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回顾收获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课堂小结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2240280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本单元学习重点：想象与真实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四条策展主题：自由→真实→创造→智慧</a:t>
            </a:r>
          </a:p>
        </p:txBody>
      </p:sp>
      <p:sp>
        <p:nvSpPr>
          <p:cNvPr id="17" name="Oval 16"/>
          <p:cNvSpPr/>
          <p:nvPr/>
        </p:nvSpPr>
        <p:spPr>
          <a:xfrm>
            <a:off x="2255824" y="2962656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5824" y="298094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744" y="2944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快速阅读法：人物—事件—结果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课后延伸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课后作业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645920"/>
            <a:ext cx="9601200" cy="1645920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824" y="1828800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824" y="184708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8744" y="18105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必做：预习一篇课文，写100字以内故事梗概</a:t>
            </a:r>
          </a:p>
        </p:txBody>
      </p:sp>
      <p:sp>
        <p:nvSpPr>
          <p:cNvPr id="14" name="Oval 13"/>
          <p:cNvSpPr/>
          <p:nvPr/>
        </p:nvSpPr>
        <p:spPr>
          <a:xfrm>
            <a:off x="2255824" y="2395728"/>
            <a:ext cx="384048" cy="384048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5824" y="2414016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8744" y="2377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选做：记录生活中一个「如果……会怎样」的想象问题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