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C89628"/>
                </a:solidFill>
                <a:latin typeface="Microsoft YaHei"/>
              </a:rPr>
              <a:t>寓言四则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5A461E"/>
                </a:solidFill>
                <a:latin typeface="Microsoft YaHei"/>
              </a:rPr>
              <a:t>第24课 · 第八、九课时 · 智慧与局限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本课目标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归纳寓言文体特点，理解各则寓意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借助注释疏通文言，积累重点词语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分析寓意与情节设计，尝试寓言新编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C89628"/>
                </a:solidFill>
                <a:latin typeface="Microsoft YaHei"/>
              </a:rPr>
              <a:t>寓言是「穿着外套的真理」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C89628"/>
                </a:solidFill>
                <a:latin typeface="Microsoft YaHei"/>
              </a:rPr>
              <a:t>伊索、吕不韦、列子……跨越时空，智慧相通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初识寓言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学习任务一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默读四则寓言，完成「寓言档案卡」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讨论：蚊子平静离开，寓意会发生什么变化？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归纳寓言文体特点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深读寓意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学习任务二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解释加点词：闻、传、道、亡、只使、中伤……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翻译：「得一人之使，非得一人于井中也」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讨论「杞人忧天」的两种理解，结合生活举例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寓言新编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学习任务三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任选一则，重新设计情节（100—200字）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策展主题四：认识认知局限，善用智慧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同伴互评：寓意是否由情节自然推出？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寓言道理藏在欲望、选择与意外后果中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读懂「为什么这样结尾」，才能读到真正的提醒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策展主题：智慧与局限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645920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必做：用「这则寓言告诉我们……」写《蚊子和狮子》启示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背诵：得一人之使，非得一人于井中也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